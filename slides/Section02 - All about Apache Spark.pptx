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1" r:id="rId1"/>
    <p:sldMasterId id="2147483733" r:id="rId2"/>
  </p:sldMasterIdLst>
  <p:notesMasterIdLst>
    <p:notesMasterId r:id="rId20"/>
  </p:notesMasterIdLst>
  <p:handoutMasterIdLst>
    <p:handoutMasterId r:id="rId21"/>
  </p:handoutMasterIdLst>
  <p:sldIdLst>
    <p:sldId id="574" r:id="rId3"/>
    <p:sldId id="629" r:id="rId4"/>
    <p:sldId id="584" r:id="rId5"/>
    <p:sldId id="641" r:id="rId6"/>
    <p:sldId id="582" r:id="rId7"/>
    <p:sldId id="643" r:id="rId8"/>
    <p:sldId id="642" r:id="rId9"/>
    <p:sldId id="645" r:id="rId10"/>
    <p:sldId id="644" r:id="rId11"/>
    <p:sldId id="646" r:id="rId12"/>
    <p:sldId id="647" r:id="rId13"/>
    <p:sldId id="648" r:id="rId14"/>
    <p:sldId id="649" r:id="rId15"/>
    <p:sldId id="651" r:id="rId16"/>
    <p:sldId id="650" r:id="rId17"/>
    <p:sldId id="652" r:id="rId18"/>
    <p:sldId id="653" r:id="rId19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09E842-0A82-4DBC-B006-019C05D0F453}" v="30" dt="2025-08-11T06:45:02.5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79" autoAdjust="0"/>
    <p:restoredTop sz="94715"/>
  </p:normalViewPr>
  <p:slideViewPr>
    <p:cSldViewPr snapToGrid="0">
      <p:cViewPr varScale="1">
        <p:scale>
          <a:sx n="78" d="100"/>
          <a:sy n="78" d="100"/>
        </p:scale>
        <p:origin x="110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3154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microsoft.com/office/2016/11/relationships/changesInfo" Target="changesInfos/changesInfo1.xml"/><Relationship Id="rId3" Type="http://schemas.openxmlformats.org/officeDocument/2006/relationships/slide" Target="slides/slide1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arning Cloud" userId="622d7d18e0d997fa" providerId="LiveId" clId="{E609E842-0A82-4DBC-B006-019C05D0F453}"/>
    <pc:docChg chg="undo custSel addSld modSld sldOrd">
      <pc:chgData name="Learning Cloud" userId="622d7d18e0d997fa" providerId="LiveId" clId="{E609E842-0A82-4DBC-B006-019C05D0F453}" dt="2025-08-11T06:45:30.099" v="194" actId="5793"/>
      <pc:docMkLst>
        <pc:docMk/>
      </pc:docMkLst>
      <pc:sldChg chg="modSp add mod ord modAnim">
        <pc:chgData name="Learning Cloud" userId="622d7d18e0d997fa" providerId="LiveId" clId="{E609E842-0A82-4DBC-B006-019C05D0F453}" dt="2025-08-11T06:38:06.532" v="7"/>
        <pc:sldMkLst>
          <pc:docMk/>
          <pc:sldMk cId="2865566966" sldId="646"/>
        </pc:sldMkLst>
        <pc:spChg chg="mod">
          <ac:chgData name="Learning Cloud" userId="622d7d18e0d997fa" providerId="LiveId" clId="{E609E842-0A82-4DBC-B006-019C05D0F453}" dt="2025-08-11T06:38:06.532" v="7"/>
          <ac:spMkLst>
            <pc:docMk/>
            <pc:sldMk cId="2865566966" sldId="646"/>
            <ac:spMk id="2" creationId="{A3ED3AA4-0AA4-0DAE-899D-285057F72588}"/>
          </ac:spMkLst>
        </pc:spChg>
      </pc:sldChg>
      <pc:sldChg chg="modSp new mod">
        <pc:chgData name="Learning Cloud" userId="622d7d18e0d997fa" providerId="LiveId" clId="{E609E842-0A82-4DBC-B006-019C05D0F453}" dt="2025-08-11T06:40:07.962" v="60" actId="20577"/>
        <pc:sldMkLst>
          <pc:docMk/>
          <pc:sldMk cId="1844693231" sldId="647"/>
        </pc:sldMkLst>
        <pc:spChg chg="mod">
          <ac:chgData name="Learning Cloud" userId="622d7d18e0d997fa" providerId="LiveId" clId="{E609E842-0A82-4DBC-B006-019C05D0F453}" dt="2025-08-11T06:38:45.957" v="10"/>
          <ac:spMkLst>
            <pc:docMk/>
            <pc:sldMk cId="1844693231" sldId="647"/>
            <ac:spMk id="2" creationId="{C6A2BCE3-AF47-0E61-95E9-BCF0982BB933}"/>
          </ac:spMkLst>
        </pc:spChg>
        <pc:spChg chg="mod">
          <ac:chgData name="Learning Cloud" userId="622d7d18e0d997fa" providerId="LiveId" clId="{E609E842-0A82-4DBC-B006-019C05D0F453}" dt="2025-08-11T06:40:07.962" v="60" actId="20577"/>
          <ac:spMkLst>
            <pc:docMk/>
            <pc:sldMk cId="1844693231" sldId="647"/>
            <ac:spMk id="3" creationId="{BE1FBD36-6462-91AA-83B8-E02F1B58EB72}"/>
          </ac:spMkLst>
        </pc:spChg>
      </pc:sldChg>
      <pc:sldChg chg="modSp add mod">
        <pc:chgData name="Learning Cloud" userId="622d7d18e0d997fa" providerId="LiveId" clId="{E609E842-0A82-4DBC-B006-019C05D0F453}" dt="2025-08-11T06:41:17.180" v="102" actId="1076"/>
        <pc:sldMkLst>
          <pc:docMk/>
          <pc:sldMk cId="1913854002" sldId="648"/>
        </pc:sldMkLst>
        <pc:spChg chg="mod">
          <ac:chgData name="Learning Cloud" userId="622d7d18e0d997fa" providerId="LiveId" clId="{E609E842-0A82-4DBC-B006-019C05D0F453}" dt="2025-08-11T06:40:34.052" v="64"/>
          <ac:spMkLst>
            <pc:docMk/>
            <pc:sldMk cId="1913854002" sldId="648"/>
            <ac:spMk id="2" creationId="{B8000DD6-197F-6FE9-423E-A163C78F9CCF}"/>
          </ac:spMkLst>
        </pc:spChg>
        <pc:spChg chg="mod">
          <ac:chgData name="Learning Cloud" userId="622d7d18e0d997fa" providerId="LiveId" clId="{E609E842-0A82-4DBC-B006-019C05D0F453}" dt="2025-08-11T06:41:17.180" v="102" actId="1076"/>
          <ac:spMkLst>
            <pc:docMk/>
            <pc:sldMk cId="1913854002" sldId="648"/>
            <ac:spMk id="3" creationId="{A6755A99-8278-5C00-FF0D-B5E6C8BD63DB}"/>
          </ac:spMkLst>
        </pc:spChg>
      </pc:sldChg>
      <pc:sldChg chg="modSp add mod">
        <pc:chgData name="Learning Cloud" userId="622d7d18e0d997fa" providerId="LiveId" clId="{E609E842-0A82-4DBC-B006-019C05D0F453}" dt="2025-08-11T06:42:21.895" v="137" actId="5793"/>
        <pc:sldMkLst>
          <pc:docMk/>
          <pc:sldMk cId="196103846" sldId="649"/>
        </pc:sldMkLst>
        <pc:spChg chg="mod">
          <ac:chgData name="Learning Cloud" userId="622d7d18e0d997fa" providerId="LiveId" clId="{E609E842-0A82-4DBC-B006-019C05D0F453}" dt="2025-08-11T06:41:50.678" v="106"/>
          <ac:spMkLst>
            <pc:docMk/>
            <pc:sldMk cId="196103846" sldId="649"/>
            <ac:spMk id="2" creationId="{8DC42CFC-844A-C230-E234-4888EA46BE26}"/>
          </ac:spMkLst>
        </pc:spChg>
        <pc:spChg chg="mod">
          <ac:chgData name="Learning Cloud" userId="622d7d18e0d997fa" providerId="LiveId" clId="{E609E842-0A82-4DBC-B006-019C05D0F453}" dt="2025-08-11T06:42:21.895" v="137" actId="5793"/>
          <ac:spMkLst>
            <pc:docMk/>
            <pc:sldMk cId="196103846" sldId="649"/>
            <ac:spMk id="3" creationId="{C2C44D84-13C8-3C14-B7B0-29D178C6071E}"/>
          </ac:spMkLst>
        </pc:spChg>
      </pc:sldChg>
      <pc:sldChg chg="modSp new mod">
        <pc:chgData name="Learning Cloud" userId="622d7d18e0d997fa" providerId="LiveId" clId="{E609E842-0A82-4DBC-B006-019C05D0F453}" dt="2025-08-11T06:43:38.891" v="141" actId="20577"/>
        <pc:sldMkLst>
          <pc:docMk/>
          <pc:sldMk cId="4154163336" sldId="650"/>
        </pc:sldMkLst>
        <pc:spChg chg="mod">
          <ac:chgData name="Learning Cloud" userId="622d7d18e0d997fa" providerId="LiveId" clId="{E609E842-0A82-4DBC-B006-019C05D0F453}" dt="2025-08-11T06:43:38.891" v="141" actId="20577"/>
          <ac:spMkLst>
            <pc:docMk/>
            <pc:sldMk cId="4154163336" sldId="650"/>
            <ac:spMk id="2" creationId="{F6CDC3F4-1B0F-FECB-B4FB-1900CB861D7C}"/>
          </ac:spMkLst>
        </pc:spChg>
        <pc:spChg chg="mod">
          <ac:chgData name="Learning Cloud" userId="622d7d18e0d997fa" providerId="LiveId" clId="{E609E842-0A82-4DBC-B006-019C05D0F453}" dt="2025-08-11T06:43:31.522" v="139"/>
          <ac:spMkLst>
            <pc:docMk/>
            <pc:sldMk cId="4154163336" sldId="650"/>
            <ac:spMk id="3" creationId="{96FF2034-FF6C-A18B-5F96-CA5B25140988}"/>
          </ac:spMkLst>
        </pc:spChg>
      </pc:sldChg>
      <pc:sldChg chg="modSp add mod modAnim">
        <pc:chgData name="Learning Cloud" userId="622d7d18e0d997fa" providerId="LiveId" clId="{E609E842-0A82-4DBC-B006-019C05D0F453}" dt="2025-08-11T06:43:53.616" v="147"/>
        <pc:sldMkLst>
          <pc:docMk/>
          <pc:sldMk cId="937685338" sldId="651"/>
        </pc:sldMkLst>
        <pc:spChg chg="mod">
          <ac:chgData name="Learning Cloud" userId="622d7d18e0d997fa" providerId="LiveId" clId="{E609E842-0A82-4DBC-B006-019C05D0F453}" dt="2025-08-11T06:43:53.616" v="147"/>
          <ac:spMkLst>
            <pc:docMk/>
            <pc:sldMk cId="937685338" sldId="651"/>
            <ac:spMk id="2" creationId="{09815769-A6D5-7DFC-941A-BBEE9BEA8280}"/>
          </ac:spMkLst>
        </pc:spChg>
      </pc:sldChg>
      <pc:sldChg chg="modSp add mod">
        <pc:chgData name="Learning Cloud" userId="622d7d18e0d997fa" providerId="LiveId" clId="{E609E842-0A82-4DBC-B006-019C05D0F453}" dt="2025-08-11T06:44:38.745" v="171" actId="20577"/>
        <pc:sldMkLst>
          <pc:docMk/>
          <pc:sldMk cId="1371585690" sldId="652"/>
        </pc:sldMkLst>
        <pc:spChg chg="mod">
          <ac:chgData name="Learning Cloud" userId="622d7d18e0d997fa" providerId="LiveId" clId="{E609E842-0A82-4DBC-B006-019C05D0F453}" dt="2025-08-11T06:44:38.745" v="171" actId="20577"/>
          <ac:spMkLst>
            <pc:docMk/>
            <pc:sldMk cId="1371585690" sldId="652"/>
            <ac:spMk id="3" creationId="{5D1C4150-59BC-1F18-3968-1B957E8BA1A9}"/>
          </ac:spMkLst>
        </pc:spChg>
      </pc:sldChg>
      <pc:sldChg chg="modSp add mod">
        <pc:chgData name="Learning Cloud" userId="622d7d18e0d997fa" providerId="LiveId" clId="{E609E842-0A82-4DBC-B006-019C05D0F453}" dt="2025-08-11T06:45:30.099" v="194" actId="5793"/>
        <pc:sldMkLst>
          <pc:docMk/>
          <pc:sldMk cId="3667983875" sldId="653"/>
        </pc:sldMkLst>
        <pc:spChg chg="mod">
          <ac:chgData name="Learning Cloud" userId="622d7d18e0d997fa" providerId="LiveId" clId="{E609E842-0A82-4DBC-B006-019C05D0F453}" dt="2025-08-11T06:45:30.099" v="194" actId="5793"/>
          <ac:spMkLst>
            <pc:docMk/>
            <pc:sldMk cId="3667983875" sldId="653"/>
            <ac:spMk id="3" creationId="{6E3DEB95-A86B-6972-8EDB-D614CBF2F558}"/>
          </ac:spMkLst>
        </pc:spChg>
      </pc:sldChg>
    </pc:docChg>
  </pc:docChgLst>
  <pc:docChgLst>
    <pc:chgData name="sai kiran" userId="89fb170e4985490f" providerId="LiveId" clId="{FEBF02E7-25A2-4A71-88C9-3A520D891940}"/>
    <pc:docChg chg="undo custSel addSld delSld modSld sldOrd">
      <pc:chgData name="sai kiran" userId="89fb170e4985490f" providerId="LiveId" clId="{FEBF02E7-25A2-4A71-88C9-3A520D891940}" dt="2025-07-30T01:02:02.544" v="120" actId="1076"/>
      <pc:docMkLst>
        <pc:docMk/>
      </pc:docMkLst>
      <pc:sldChg chg="del">
        <pc:chgData name="sai kiran" userId="89fb170e4985490f" providerId="LiveId" clId="{FEBF02E7-25A2-4A71-88C9-3A520D891940}" dt="2025-07-29T17:05:42.431" v="1" actId="47"/>
        <pc:sldMkLst>
          <pc:docMk/>
          <pc:sldMk cId="3901870096" sldId="547"/>
        </pc:sldMkLst>
      </pc:sldChg>
      <pc:sldChg chg="del">
        <pc:chgData name="sai kiran" userId="89fb170e4985490f" providerId="LiveId" clId="{FEBF02E7-25A2-4A71-88C9-3A520D891940}" dt="2025-07-29T17:05:48" v="14" actId="47"/>
        <pc:sldMkLst>
          <pc:docMk/>
          <pc:sldMk cId="1897011354" sldId="549"/>
        </pc:sldMkLst>
      </pc:sldChg>
      <pc:sldChg chg="del">
        <pc:chgData name="sai kiran" userId="89fb170e4985490f" providerId="LiveId" clId="{FEBF02E7-25A2-4A71-88C9-3A520D891940}" dt="2025-07-29T17:05:56.034" v="28" actId="47"/>
        <pc:sldMkLst>
          <pc:docMk/>
          <pc:sldMk cId="1976619331" sldId="550"/>
        </pc:sldMkLst>
      </pc:sldChg>
      <pc:sldChg chg="del">
        <pc:chgData name="sai kiran" userId="89fb170e4985490f" providerId="LiveId" clId="{FEBF02E7-25A2-4A71-88C9-3A520D891940}" dt="2025-07-29T17:05:49.828" v="17" actId="47"/>
        <pc:sldMkLst>
          <pc:docMk/>
          <pc:sldMk cId="34517638" sldId="556"/>
        </pc:sldMkLst>
      </pc:sldChg>
      <pc:sldChg chg="del">
        <pc:chgData name="sai kiran" userId="89fb170e4985490f" providerId="LiveId" clId="{FEBF02E7-25A2-4A71-88C9-3A520D891940}" dt="2025-07-29T17:05:50.150" v="18" actId="47"/>
        <pc:sldMkLst>
          <pc:docMk/>
          <pc:sldMk cId="64403440" sldId="557"/>
        </pc:sldMkLst>
      </pc:sldChg>
      <pc:sldChg chg="del">
        <pc:chgData name="sai kiran" userId="89fb170e4985490f" providerId="LiveId" clId="{FEBF02E7-25A2-4A71-88C9-3A520D891940}" dt="2025-07-29T17:05:53.269" v="24" actId="47"/>
        <pc:sldMkLst>
          <pc:docMk/>
          <pc:sldMk cId="2288004971" sldId="558"/>
        </pc:sldMkLst>
      </pc:sldChg>
      <pc:sldChg chg="del">
        <pc:chgData name="sai kiran" userId="89fb170e4985490f" providerId="LiveId" clId="{FEBF02E7-25A2-4A71-88C9-3A520D891940}" dt="2025-07-29T17:05:54.213" v="25" actId="47"/>
        <pc:sldMkLst>
          <pc:docMk/>
          <pc:sldMk cId="598576773" sldId="571"/>
        </pc:sldMkLst>
      </pc:sldChg>
      <pc:sldChg chg="add del">
        <pc:chgData name="sai kiran" userId="89fb170e4985490f" providerId="LiveId" clId="{FEBF02E7-25A2-4A71-88C9-3A520D891940}" dt="2025-07-29T17:06:01.575" v="35" actId="47"/>
        <pc:sldMkLst>
          <pc:docMk/>
          <pc:sldMk cId="2890488558" sldId="574"/>
        </pc:sldMkLst>
      </pc:sldChg>
      <pc:sldChg chg="del">
        <pc:chgData name="sai kiran" userId="89fb170e4985490f" providerId="LiveId" clId="{FEBF02E7-25A2-4A71-88C9-3A520D891940}" dt="2025-07-29T17:05:54.963" v="26" actId="47"/>
        <pc:sldMkLst>
          <pc:docMk/>
          <pc:sldMk cId="54625820" sldId="576"/>
        </pc:sldMkLst>
      </pc:sldChg>
      <pc:sldChg chg="del">
        <pc:chgData name="sai kiran" userId="89fb170e4985490f" providerId="LiveId" clId="{FEBF02E7-25A2-4A71-88C9-3A520D891940}" dt="2025-07-29T17:05:59.009" v="33" actId="47"/>
        <pc:sldMkLst>
          <pc:docMk/>
          <pc:sldMk cId="2813425955" sldId="577"/>
        </pc:sldMkLst>
      </pc:sldChg>
      <pc:sldChg chg="delSp add mod ord">
        <pc:chgData name="sai kiran" userId="89fb170e4985490f" providerId="LiveId" clId="{FEBF02E7-25A2-4A71-88C9-3A520D891940}" dt="2025-07-29T17:20:19.223" v="118"/>
        <pc:sldMkLst>
          <pc:docMk/>
          <pc:sldMk cId="1650325546" sldId="582"/>
        </pc:sldMkLst>
      </pc:sldChg>
      <pc:sldChg chg="del">
        <pc:chgData name="sai kiran" userId="89fb170e4985490f" providerId="LiveId" clId="{FEBF02E7-25A2-4A71-88C9-3A520D891940}" dt="2025-07-29T17:05:56.678" v="29" actId="47"/>
        <pc:sldMkLst>
          <pc:docMk/>
          <pc:sldMk cId="3957114759" sldId="583"/>
        </pc:sldMkLst>
      </pc:sldChg>
      <pc:sldChg chg="delSp add del mod">
        <pc:chgData name="sai kiran" userId="89fb170e4985490f" providerId="LiveId" clId="{FEBF02E7-25A2-4A71-88C9-3A520D891940}" dt="2025-07-29T17:18:50.934" v="114" actId="478"/>
        <pc:sldMkLst>
          <pc:docMk/>
          <pc:sldMk cId="226818292" sldId="584"/>
        </pc:sldMkLst>
      </pc:sldChg>
      <pc:sldChg chg="del">
        <pc:chgData name="sai kiran" userId="89fb170e4985490f" providerId="LiveId" clId="{FEBF02E7-25A2-4A71-88C9-3A520D891940}" dt="2025-07-29T17:05:50.592" v="19" actId="47"/>
        <pc:sldMkLst>
          <pc:docMk/>
          <pc:sldMk cId="3050529347" sldId="585"/>
        </pc:sldMkLst>
      </pc:sldChg>
      <pc:sldChg chg="del">
        <pc:chgData name="sai kiran" userId="89fb170e4985490f" providerId="LiveId" clId="{FEBF02E7-25A2-4A71-88C9-3A520D891940}" dt="2025-07-29T17:05:41.788" v="0" actId="47"/>
        <pc:sldMkLst>
          <pc:docMk/>
          <pc:sldMk cId="1276181948" sldId="587"/>
        </pc:sldMkLst>
      </pc:sldChg>
      <pc:sldChg chg="del">
        <pc:chgData name="sai kiran" userId="89fb170e4985490f" providerId="LiveId" clId="{FEBF02E7-25A2-4A71-88C9-3A520D891940}" dt="2025-07-29T17:06:13.980" v="36" actId="47"/>
        <pc:sldMkLst>
          <pc:docMk/>
          <pc:sldMk cId="579287078" sldId="588"/>
        </pc:sldMkLst>
      </pc:sldChg>
      <pc:sldChg chg="del">
        <pc:chgData name="sai kiran" userId="89fb170e4985490f" providerId="LiveId" clId="{FEBF02E7-25A2-4A71-88C9-3A520D891940}" dt="2025-07-29T17:06:17.657" v="40" actId="47"/>
        <pc:sldMkLst>
          <pc:docMk/>
          <pc:sldMk cId="229627024" sldId="589"/>
        </pc:sldMkLst>
      </pc:sldChg>
      <pc:sldChg chg="del">
        <pc:chgData name="sai kiran" userId="89fb170e4985490f" providerId="LiveId" clId="{FEBF02E7-25A2-4A71-88C9-3A520D891940}" dt="2025-07-29T17:06:32.345" v="48" actId="47"/>
        <pc:sldMkLst>
          <pc:docMk/>
          <pc:sldMk cId="1162756140" sldId="590"/>
        </pc:sldMkLst>
      </pc:sldChg>
      <pc:sldChg chg="del">
        <pc:chgData name="sai kiran" userId="89fb170e4985490f" providerId="LiveId" clId="{FEBF02E7-25A2-4A71-88C9-3A520D891940}" dt="2025-07-29T17:06:33.005" v="49" actId="47"/>
        <pc:sldMkLst>
          <pc:docMk/>
          <pc:sldMk cId="3654049813" sldId="591"/>
        </pc:sldMkLst>
      </pc:sldChg>
      <pc:sldChg chg="del">
        <pc:chgData name="sai kiran" userId="89fb170e4985490f" providerId="LiveId" clId="{FEBF02E7-25A2-4A71-88C9-3A520D891940}" dt="2025-07-29T17:05:44.940" v="7" actId="47"/>
        <pc:sldMkLst>
          <pc:docMk/>
          <pc:sldMk cId="3813263593" sldId="593"/>
        </pc:sldMkLst>
      </pc:sldChg>
      <pc:sldChg chg="del">
        <pc:chgData name="sai kiran" userId="89fb170e4985490f" providerId="LiveId" clId="{FEBF02E7-25A2-4A71-88C9-3A520D891940}" dt="2025-07-29T17:05:48.484" v="15" actId="47"/>
        <pc:sldMkLst>
          <pc:docMk/>
          <pc:sldMk cId="3239447991" sldId="594"/>
        </pc:sldMkLst>
      </pc:sldChg>
      <pc:sldChg chg="del">
        <pc:chgData name="sai kiran" userId="89fb170e4985490f" providerId="LiveId" clId="{FEBF02E7-25A2-4A71-88C9-3A520D891940}" dt="2025-07-29T17:05:44.228" v="5" actId="47"/>
        <pc:sldMkLst>
          <pc:docMk/>
          <pc:sldMk cId="2404008278" sldId="595"/>
        </pc:sldMkLst>
      </pc:sldChg>
      <pc:sldChg chg="del">
        <pc:chgData name="sai kiran" userId="89fb170e4985490f" providerId="LiveId" clId="{FEBF02E7-25A2-4A71-88C9-3A520D891940}" dt="2025-07-29T17:05:44.604" v="6" actId="47"/>
        <pc:sldMkLst>
          <pc:docMk/>
          <pc:sldMk cId="2772128469" sldId="596"/>
        </pc:sldMkLst>
      </pc:sldChg>
      <pc:sldChg chg="del">
        <pc:chgData name="sai kiran" userId="89fb170e4985490f" providerId="LiveId" clId="{FEBF02E7-25A2-4A71-88C9-3A520D891940}" dt="2025-07-29T17:05:43.804" v="4" actId="47"/>
        <pc:sldMkLst>
          <pc:docMk/>
          <pc:sldMk cId="1669690506" sldId="599"/>
        </pc:sldMkLst>
      </pc:sldChg>
      <pc:sldChg chg="del">
        <pc:chgData name="sai kiran" userId="89fb170e4985490f" providerId="LiveId" clId="{FEBF02E7-25A2-4A71-88C9-3A520D891940}" dt="2025-07-29T17:05:47.431" v="13" actId="47"/>
        <pc:sldMkLst>
          <pc:docMk/>
          <pc:sldMk cId="2531265616" sldId="600"/>
        </pc:sldMkLst>
      </pc:sldChg>
      <pc:sldChg chg="del">
        <pc:chgData name="sai kiran" userId="89fb170e4985490f" providerId="LiveId" clId="{FEBF02E7-25A2-4A71-88C9-3A520D891940}" dt="2025-07-29T17:05:47.043" v="12" actId="47"/>
        <pc:sldMkLst>
          <pc:docMk/>
          <pc:sldMk cId="1903341540" sldId="601"/>
        </pc:sldMkLst>
      </pc:sldChg>
      <pc:sldChg chg="del">
        <pc:chgData name="sai kiran" userId="89fb170e4985490f" providerId="LiveId" clId="{FEBF02E7-25A2-4A71-88C9-3A520D891940}" dt="2025-07-29T17:05:42.975" v="2" actId="47"/>
        <pc:sldMkLst>
          <pc:docMk/>
          <pc:sldMk cId="3942631403" sldId="602"/>
        </pc:sldMkLst>
      </pc:sldChg>
      <pc:sldChg chg="del">
        <pc:chgData name="sai kiran" userId="89fb170e4985490f" providerId="LiveId" clId="{FEBF02E7-25A2-4A71-88C9-3A520D891940}" dt="2025-07-29T17:05:46.611" v="11" actId="47"/>
        <pc:sldMkLst>
          <pc:docMk/>
          <pc:sldMk cId="2475878100" sldId="603"/>
        </pc:sldMkLst>
      </pc:sldChg>
      <pc:sldChg chg="del">
        <pc:chgData name="sai kiran" userId="89fb170e4985490f" providerId="LiveId" clId="{FEBF02E7-25A2-4A71-88C9-3A520D891940}" dt="2025-07-29T17:05:43.382" v="3" actId="47"/>
        <pc:sldMkLst>
          <pc:docMk/>
          <pc:sldMk cId="3955577360" sldId="604"/>
        </pc:sldMkLst>
      </pc:sldChg>
      <pc:sldChg chg="del">
        <pc:chgData name="sai kiran" userId="89fb170e4985490f" providerId="LiveId" clId="{FEBF02E7-25A2-4A71-88C9-3A520D891940}" dt="2025-07-29T17:05:49.200" v="16" actId="47"/>
        <pc:sldMkLst>
          <pc:docMk/>
          <pc:sldMk cId="1962564273" sldId="606"/>
        </pc:sldMkLst>
      </pc:sldChg>
      <pc:sldChg chg="del">
        <pc:chgData name="sai kiran" userId="89fb170e4985490f" providerId="LiveId" clId="{FEBF02E7-25A2-4A71-88C9-3A520D891940}" dt="2025-07-29T17:05:46.242" v="10" actId="47"/>
        <pc:sldMkLst>
          <pc:docMk/>
          <pc:sldMk cId="1884995062" sldId="609"/>
        </pc:sldMkLst>
      </pc:sldChg>
      <pc:sldChg chg="del">
        <pc:chgData name="sai kiran" userId="89fb170e4985490f" providerId="LiveId" clId="{FEBF02E7-25A2-4A71-88C9-3A520D891940}" dt="2025-07-29T17:05:45.877" v="9" actId="47"/>
        <pc:sldMkLst>
          <pc:docMk/>
          <pc:sldMk cId="703232692" sldId="615"/>
        </pc:sldMkLst>
      </pc:sldChg>
      <pc:sldChg chg="del">
        <pc:chgData name="sai kiran" userId="89fb170e4985490f" providerId="LiveId" clId="{FEBF02E7-25A2-4A71-88C9-3A520D891940}" dt="2025-07-29T17:05:45.331" v="8" actId="47"/>
        <pc:sldMkLst>
          <pc:docMk/>
          <pc:sldMk cId="1580807170" sldId="617"/>
        </pc:sldMkLst>
      </pc:sldChg>
      <pc:sldChg chg="del">
        <pc:chgData name="sai kiran" userId="89fb170e4985490f" providerId="LiveId" clId="{FEBF02E7-25A2-4A71-88C9-3A520D891940}" dt="2025-07-29T17:05:51.155" v="20" actId="47"/>
        <pc:sldMkLst>
          <pc:docMk/>
          <pc:sldMk cId="2700170573" sldId="618"/>
        </pc:sldMkLst>
      </pc:sldChg>
      <pc:sldChg chg="del">
        <pc:chgData name="sai kiran" userId="89fb170e4985490f" providerId="LiveId" clId="{FEBF02E7-25A2-4A71-88C9-3A520D891940}" dt="2025-07-29T17:05:51.395" v="21" actId="47"/>
        <pc:sldMkLst>
          <pc:docMk/>
          <pc:sldMk cId="3056873262" sldId="619"/>
        </pc:sldMkLst>
      </pc:sldChg>
      <pc:sldChg chg="del">
        <pc:chgData name="sai kiran" userId="89fb170e4985490f" providerId="LiveId" clId="{FEBF02E7-25A2-4A71-88C9-3A520D891940}" dt="2025-07-29T17:05:55.837" v="27" actId="47"/>
        <pc:sldMkLst>
          <pc:docMk/>
          <pc:sldMk cId="3624863568" sldId="622"/>
        </pc:sldMkLst>
      </pc:sldChg>
      <pc:sldChg chg="del">
        <pc:chgData name="sai kiran" userId="89fb170e4985490f" providerId="LiveId" clId="{FEBF02E7-25A2-4A71-88C9-3A520D891940}" dt="2025-07-29T17:06:15.881" v="37" actId="47"/>
        <pc:sldMkLst>
          <pc:docMk/>
          <pc:sldMk cId="2161531205" sldId="624"/>
        </pc:sldMkLst>
      </pc:sldChg>
      <pc:sldChg chg="addSp modSp mod">
        <pc:chgData name="sai kiran" userId="89fb170e4985490f" providerId="LiveId" clId="{FEBF02E7-25A2-4A71-88C9-3A520D891940}" dt="2025-07-30T01:02:02.544" v="120" actId="1076"/>
        <pc:sldMkLst>
          <pc:docMk/>
          <pc:sldMk cId="2106027276" sldId="629"/>
        </pc:sldMkLst>
        <pc:spChg chg="add mod">
          <ac:chgData name="sai kiran" userId="89fb170e4985490f" providerId="LiveId" clId="{FEBF02E7-25A2-4A71-88C9-3A520D891940}" dt="2025-07-30T01:02:02.544" v="120" actId="1076"/>
          <ac:spMkLst>
            <pc:docMk/>
            <pc:sldMk cId="2106027276" sldId="629"/>
            <ac:spMk id="21" creationId="{83ACFC33-4C3F-456A-AC9C-BF9FB9121FE6}"/>
          </ac:spMkLst>
        </pc:spChg>
      </pc:sldChg>
      <pc:sldChg chg="del">
        <pc:chgData name="sai kiran" userId="89fb170e4985490f" providerId="LiveId" clId="{FEBF02E7-25A2-4A71-88C9-3A520D891940}" dt="2025-07-29T17:06:16.508" v="38" actId="47"/>
        <pc:sldMkLst>
          <pc:docMk/>
          <pc:sldMk cId="677453252" sldId="630"/>
        </pc:sldMkLst>
      </pc:sldChg>
      <pc:sldChg chg="del">
        <pc:chgData name="sai kiran" userId="89fb170e4985490f" providerId="LiveId" clId="{FEBF02E7-25A2-4A71-88C9-3A520D891940}" dt="2025-07-29T17:06:18.242" v="41" actId="47"/>
        <pc:sldMkLst>
          <pc:docMk/>
          <pc:sldMk cId="2517850154" sldId="631"/>
        </pc:sldMkLst>
      </pc:sldChg>
      <pc:sldChg chg="del">
        <pc:chgData name="sai kiran" userId="89fb170e4985490f" providerId="LiveId" clId="{FEBF02E7-25A2-4A71-88C9-3A520D891940}" dt="2025-07-29T17:06:17.021" v="39" actId="47"/>
        <pc:sldMkLst>
          <pc:docMk/>
          <pc:sldMk cId="3497685155" sldId="632"/>
        </pc:sldMkLst>
      </pc:sldChg>
      <pc:sldChg chg="del">
        <pc:chgData name="sai kiran" userId="89fb170e4985490f" providerId="LiveId" clId="{FEBF02E7-25A2-4A71-88C9-3A520D891940}" dt="2025-07-29T17:06:19.842" v="42" actId="47"/>
        <pc:sldMkLst>
          <pc:docMk/>
          <pc:sldMk cId="2735805901" sldId="633"/>
        </pc:sldMkLst>
      </pc:sldChg>
      <pc:sldChg chg="del">
        <pc:chgData name="sai kiran" userId="89fb170e4985490f" providerId="LiveId" clId="{FEBF02E7-25A2-4A71-88C9-3A520D891940}" dt="2025-07-29T17:05:52.670" v="23" actId="47"/>
        <pc:sldMkLst>
          <pc:docMk/>
          <pc:sldMk cId="3247442698" sldId="635"/>
        </pc:sldMkLst>
      </pc:sldChg>
      <pc:sldChg chg="del">
        <pc:chgData name="sai kiran" userId="89fb170e4985490f" providerId="LiveId" clId="{FEBF02E7-25A2-4A71-88C9-3A520D891940}" dt="2025-07-29T17:05:51.636" v="22" actId="47"/>
        <pc:sldMkLst>
          <pc:docMk/>
          <pc:sldMk cId="1562003010" sldId="636"/>
        </pc:sldMkLst>
      </pc:sldChg>
      <pc:sldChg chg="del">
        <pc:chgData name="sai kiran" userId="89fb170e4985490f" providerId="LiveId" clId="{FEBF02E7-25A2-4A71-88C9-3A520D891940}" dt="2025-07-29T17:05:57.923" v="31" actId="47"/>
        <pc:sldMkLst>
          <pc:docMk/>
          <pc:sldMk cId="557519290" sldId="637"/>
        </pc:sldMkLst>
      </pc:sldChg>
      <pc:sldChg chg="del">
        <pc:chgData name="sai kiran" userId="89fb170e4985490f" providerId="LiveId" clId="{FEBF02E7-25A2-4A71-88C9-3A520D891940}" dt="2025-07-29T17:05:58.292" v="32" actId="47"/>
        <pc:sldMkLst>
          <pc:docMk/>
          <pc:sldMk cId="3362111887" sldId="638"/>
        </pc:sldMkLst>
      </pc:sldChg>
      <pc:sldChg chg="del">
        <pc:chgData name="sai kiran" userId="89fb170e4985490f" providerId="LiveId" clId="{FEBF02E7-25A2-4A71-88C9-3A520D891940}" dt="2025-07-29T17:05:57.131" v="30" actId="47"/>
        <pc:sldMkLst>
          <pc:docMk/>
          <pc:sldMk cId="3016912680" sldId="639"/>
        </pc:sldMkLst>
      </pc:sldChg>
      <pc:sldChg chg="del">
        <pc:chgData name="sai kiran" userId="89fb170e4985490f" providerId="LiveId" clId="{FEBF02E7-25A2-4A71-88C9-3A520D891940}" dt="2025-07-29T17:06:31.141" v="47" actId="47"/>
        <pc:sldMkLst>
          <pc:docMk/>
          <pc:sldMk cId="42291147" sldId="640"/>
        </pc:sldMkLst>
      </pc:sldChg>
      <pc:sldChg chg="add del">
        <pc:chgData name="sai kiran" userId="89fb170e4985490f" providerId="LiveId" clId="{FEBF02E7-25A2-4A71-88C9-3A520D891940}" dt="2025-07-29T17:06:26.550" v="46" actId="47"/>
        <pc:sldMkLst>
          <pc:docMk/>
          <pc:sldMk cId="2558558992" sldId="641"/>
        </pc:sldMkLst>
      </pc:sldChg>
      <pc:sldChg chg="addSp delSp modSp new mod">
        <pc:chgData name="sai kiran" userId="89fb170e4985490f" providerId="LiveId" clId="{FEBF02E7-25A2-4A71-88C9-3A520D891940}" dt="2025-07-29T17:12:43.729" v="79" actId="20577"/>
        <pc:sldMkLst>
          <pc:docMk/>
          <pc:sldMk cId="125441112" sldId="642"/>
        </pc:sldMkLst>
        <pc:spChg chg="add mod">
          <ac:chgData name="sai kiran" userId="89fb170e4985490f" providerId="LiveId" clId="{FEBF02E7-25A2-4A71-88C9-3A520D891940}" dt="2025-07-29T17:12:43.729" v="79" actId="20577"/>
          <ac:spMkLst>
            <pc:docMk/>
            <pc:sldMk cId="125441112" sldId="642"/>
            <ac:spMk id="9" creationId="{628442B8-DD7B-4D5E-8065-4EB88A5A6183}"/>
          </ac:spMkLst>
        </pc:spChg>
        <pc:picChg chg="add mod modCrop">
          <ac:chgData name="sai kiran" userId="89fb170e4985490f" providerId="LiveId" clId="{FEBF02E7-25A2-4A71-88C9-3A520D891940}" dt="2025-07-29T17:11:40.938" v="59" actId="14100"/>
          <ac:picMkLst>
            <pc:docMk/>
            <pc:sldMk cId="125441112" sldId="642"/>
            <ac:picMk id="7" creationId="{60E0D414-C065-497B-8BBA-CAF4B65E3135}"/>
          </ac:picMkLst>
        </pc:picChg>
      </pc:sldChg>
      <pc:sldChg chg="modSp add">
        <pc:chgData name="sai kiran" userId="89fb170e4985490f" providerId="LiveId" clId="{FEBF02E7-25A2-4A71-88C9-3A520D891940}" dt="2025-07-29T17:11:52.409" v="71" actId="20577"/>
        <pc:sldMkLst>
          <pc:docMk/>
          <pc:sldMk cId="1695473280" sldId="643"/>
        </pc:sldMkLst>
        <pc:spChg chg="mod">
          <ac:chgData name="sai kiran" userId="89fb170e4985490f" providerId="LiveId" clId="{FEBF02E7-25A2-4A71-88C9-3A520D891940}" dt="2025-07-29T17:11:52.409" v="71" actId="20577"/>
          <ac:spMkLst>
            <pc:docMk/>
            <pc:sldMk cId="1695473280" sldId="643"/>
            <ac:spMk id="2" creationId="{5DACCBD2-04D2-E4E8-0AD3-F8904AAECBF1}"/>
          </ac:spMkLst>
        </pc:spChg>
      </pc:sldChg>
      <pc:sldChg chg="addSp delSp modSp new mod">
        <pc:chgData name="sai kiran" userId="89fb170e4985490f" providerId="LiveId" clId="{FEBF02E7-25A2-4A71-88C9-3A520D891940}" dt="2025-07-29T17:17:55.754" v="88" actId="14100"/>
        <pc:sldMkLst>
          <pc:docMk/>
          <pc:sldMk cId="2504836815" sldId="644"/>
        </pc:sldMkLst>
        <pc:picChg chg="add mod">
          <ac:chgData name="sai kiran" userId="89fb170e4985490f" providerId="LiveId" clId="{FEBF02E7-25A2-4A71-88C9-3A520D891940}" dt="2025-07-29T17:17:55.754" v="88" actId="14100"/>
          <ac:picMkLst>
            <pc:docMk/>
            <pc:sldMk cId="2504836815" sldId="644"/>
            <ac:picMk id="7" creationId="{AE194FE8-C7CA-4BEF-9B9D-5074BFCB4A0B}"/>
          </ac:picMkLst>
        </pc:picChg>
      </pc:sldChg>
      <pc:sldChg chg="modSp add ord">
        <pc:chgData name="sai kiran" userId="89fb170e4985490f" providerId="LiveId" clId="{FEBF02E7-25A2-4A71-88C9-3A520D891940}" dt="2025-07-29T17:18:13.569" v="113" actId="20577"/>
        <pc:sldMkLst>
          <pc:docMk/>
          <pc:sldMk cId="52546430" sldId="645"/>
        </pc:sldMkLst>
        <pc:spChg chg="mod">
          <ac:chgData name="sai kiran" userId="89fb170e4985490f" providerId="LiveId" clId="{FEBF02E7-25A2-4A71-88C9-3A520D891940}" dt="2025-07-29T17:18:13.569" v="113" actId="20577"/>
          <ac:spMkLst>
            <pc:docMk/>
            <pc:sldMk cId="52546430" sldId="645"/>
            <ac:spMk id="2" creationId="{5DACCBD2-04D2-E4E8-0AD3-F8904AAECBF1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4A46C72-33EA-4758-2CC3-BCC10656613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089FA8-BC74-7E1A-2994-A88CFA6EC5F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EE71CD7-8532-4C2E-B6F4-6EE3CC5E9DB5}" type="datetimeFigureOut">
              <a:rPr lang="en-IN"/>
              <a:pPr>
                <a:defRPr/>
              </a:pPr>
              <a:t>11-08-2025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81A269-646F-968B-CB8B-F92BE5A55A9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01A0CC-A43A-572D-6540-4E7FE0DFF51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AAD79422-B74D-4FC4-9933-9DC94300A7C2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1FDD72-9977-5619-BE1D-B3A0D4F927D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B8CA9A-DF2A-B462-08AA-F2D5D620D40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D309AD97-2480-48FC-8EB1-CA29018E5F9A}" type="datetimeFigureOut">
              <a:rPr lang="en-US"/>
              <a:pPr>
                <a:defRPr/>
              </a:pPr>
              <a:t>8/11/2025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40249D1E-07CE-61F6-D5D6-07A3D2C711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B217D2B-C67C-FACC-D48B-A8E278C25E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7D57C3-7F4E-C089-A2C2-BEB4CA8849F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D1C745-6715-36C1-2B73-D8FB472D0E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DA8091F5-F786-4A0F-98C1-411763C56A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A8091F5-F786-4A0F-98C1-411763C56A65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678437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0F36F3-84DE-5A7C-1EEE-FAB41CB3A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676070-9F73-49C2-BCB0-062147376158}" type="datetimeFigureOut">
              <a:rPr lang="en-IN"/>
              <a:pPr>
                <a:defRPr/>
              </a:pPr>
              <a:t>11-08-2025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1DDC33-902D-ABF5-8B89-712490240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63C72E-3A64-7225-4C7F-3F01D2F68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8483BD-9155-471E-9354-04BE1B5A6044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28756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F15D72-5E3C-A6D1-33C4-11E83A64F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1EDCD9-0203-4F0B-9B45-675E1163A164}" type="datetimeFigureOut">
              <a:rPr lang="en-IN"/>
              <a:pPr>
                <a:defRPr/>
              </a:pPr>
              <a:t>11-08-2025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10CABD-9FA3-A1FB-557B-611A5EBAB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0A64F6-EC5B-F6BC-AA7E-D1ECCA287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15C2BB-CAFC-4A7E-AD9D-6E326C6F9505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921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72538F-7AE9-D4AF-73D0-3AE1B1396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FED4DE-C3EB-4B37-B404-7A21F75E9F24}" type="datetimeFigureOut">
              <a:rPr lang="en-IN"/>
              <a:pPr>
                <a:defRPr/>
              </a:pPr>
              <a:t>11-08-2025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F6A00C-4953-EDA9-A1C8-1B1420BDC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4F4822-2ECC-53CF-44AD-DFAF28B8E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D1772D-07F5-429B-B26F-758583B2699F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1347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B334A08-E90E-E81A-6915-A2607487F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6FA7A0-5DE6-498A-9F02-29C0D0FF9E20}" type="datetimeFigureOut">
              <a:rPr lang="en-IN"/>
              <a:pPr>
                <a:defRPr/>
              </a:pPr>
              <a:t>11-08-2025</a:t>
            </a:fld>
            <a:endParaRPr lang="en-I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271BD00-2142-FBF6-516C-CDEEE0074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A57E100-6CA3-5B4B-9D7A-0A9F0B129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FDB1F7-4C8A-4F4E-BC06-50A619717C0F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3664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F37CAADF-6C88-372B-07C7-24E81702D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4ABA08-40A6-42C1-83F1-8D6FBB96B261}" type="datetimeFigureOut">
              <a:rPr lang="en-IN"/>
              <a:pPr>
                <a:defRPr/>
              </a:pPr>
              <a:t>11-08-2025</a:t>
            </a:fld>
            <a:endParaRPr lang="en-I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315ECE6-C1EB-3EDD-EF19-A360322EE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5B83969-48CC-181E-0611-1B1AF509E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25795C-068F-424D-8905-4185A68C40F5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0602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FD047D70-3A9B-AB9B-AD75-58F5C4440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F12E84-558C-4029-9DB4-7155F777AB72}" type="datetimeFigureOut">
              <a:rPr lang="en-IN"/>
              <a:pPr>
                <a:defRPr/>
              </a:pPr>
              <a:t>11-08-2025</a:t>
            </a:fld>
            <a:endParaRPr lang="en-I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B20C844B-A3B7-4A81-7D43-7604373F1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B6EE9C4-69A0-57A8-389F-2107085E4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EEF6C9-5642-4AF0-A896-02CAA7016D9F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9310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458BC05F-F603-3CB1-2911-AA68D2154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A14456-0C84-434C-B7EF-46FBEBE7B402}" type="datetimeFigureOut">
              <a:rPr lang="en-IN"/>
              <a:pPr>
                <a:defRPr/>
              </a:pPr>
              <a:t>11-08-2025</a:t>
            </a:fld>
            <a:endParaRPr lang="en-IN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67DBC61-2AC1-6C26-1AB9-10DCB036A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96C5D23-5B62-25D5-7BFA-6D77F3710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ADE073-DA3E-4C5A-9E27-8E13D6B84A09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0892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56EEB3B-1788-57D2-0009-C090F11F1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7DED12-EFF6-490E-943F-BD73DD0D31F0}" type="datetimeFigureOut">
              <a:rPr lang="en-IN"/>
              <a:pPr>
                <a:defRPr/>
              </a:pPr>
              <a:t>11-08-2025</a:t>
            </a:fld>
            <a:endParaRPr lang="en-I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8E45F77-EC13-D8F8-B078-0CF896579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D5B7DD1-A750-67F5-F284-6065695A5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BDEFE9-DE52-46C9-B2CC-4FB6D1F099AC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9863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F9FBB60-5252-A1B6-881F-F6FBCCDFB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41EB5C-909F-4E12-BE83-30E0BC108002}" type="datetimeFigureOut">
              <a:rPr lang="en-IN"/>
              <a:pPr>
                <a:defRPr/>
              </a:pPr>
              <a:t>11-08-2025</a:t>
            </a:fld>
            <a:endParaRPr lang="en-I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2EFCD0D-9DFE-8ED0-5F2C-61274BEAD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13C7BF5-51D5-FAE5-CD77-49F33FCA7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F3F509-B9E5-435A-939F-F980AB8766A5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4579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A5CF39-2A9C-D733-804F-CC0E4A61C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E2824A-EF39-400E-A9EE-4399E9500A84}" type="datetimeFigureOut">
              <a:rPr lang="en-IN"/>
              <a:pPr>
                <a:defRPr/>
              </a:pPr>
              <a:t>11-08-2025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6B367-2831-6DE0-6547-FE902668B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1BF99C-B9F0-C743-FA67-2F355A2AC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798F89-4D10-4F48-AE03-909F6B806E5D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1714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F07371-E7D2-3CCF-9C13-02A9B32B5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D60D5C-ED31-47FF-A6A6-69985CA8B944}" type="datetimeFigureOut">
              <a:rPr lang="en-IN"/>
              <a:pPr>
                <a:defRPr/>
              </a:pPr>
              <a:t>11-08-2025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5473B6-5D4F-7124-5CD7-4B424334A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357B3D-2980-7ABB-A83F-C538A3CC2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4ABD9E-225A-4544-AF61-374EA4FD8D63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62026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B4AA25-2FBF-6E0B-5104-1F60E16A2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676070-9F73-49C2-BCB0-062147376158}" type="datetimeFigureOut">
              <a:rPr lang="en-IN" smtClean="0"/>
              <a:pPr>
                <a:defRPr/>
              </a:pPr>
              <a:t>11-08-2025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4977C6-BBF2-7B29-4D17-D47D8CF14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4D990F-6FF8-9727-7D9D-8115E5141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8483BD-9155-471E-9354-04BE1B5A6044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03589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826ACE-4F99-6434-68FC-9C4EAF068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1EDCD9-0203-4F0B-9B45-675E1163A164}" type="datetimeFigureOut">
              <a:rPr lang="en-IN" smtClean="0"/>
              <a:pPr>
                <a:defRPr/>
              </a:pPr>
              <a:t>11-08-2025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A2129D-12FA-177A-A203-DE6963A51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85284B-4F07-6D9D-C0C5-3F264264E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15C2BB-CAFC-4A7E-AD9D-6E326C6F9505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33078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48D656-50DD-5ED6-746F-DBD9188D8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FED4DE-C3EB-4B37-B404-7A21F75E9F24}" type="datetimeFigureOut">
              <a:rPr lang="en-IN" smtClean="0"/>
              <a:pPr>
                <a:defRPr/>
              </a:pPr>
              <a:t>11-08-2025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CE7EE4-A1D2-16F1-7D5A-9A2850F76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C84917-299A-CA7B-20A9-A12E00043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D1772D-07F5-429B-B26F-758583B2699F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69270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E8CF584-5297-1231-04CD-2DE41FC92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6FA7A0-5DE6-498A-9F02-29C0D0FF9E20}" type="datetimeFigureOut">
              <a:rPr lang="en-IN" smtClean="0"/>
              <a:pPr>
                <a:defRPr/>
              </a:pPr>
              <a:t>11-08-2025</a:t>
            </a:fld>
            <a:endParaRPr lang="en-I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7E6C9F3-FC56-02F0-D5FA-7C1615ED3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E8971E6-8412-7026-E9B0-99849CF2B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FDB1F7-4C8A-4F4E-BC06-50A619717C0F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67252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69D9FAF-5C73-C428-87BD-8162ED191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4ABA08-40A6-42C1-83F1-8D6FBB96B261}" type="datetimeFigureOut">
              <a:rPr lang="en-IN" smtClean="0"/>
              <a:pPr>
                <a:defRPr/>
              </a:pPr>
              <a:t>11-08-2025</a:t>
            </a:fld>
            <a:endParaRPr lang="en-I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5621917-ED43-8519-126E-94C8B2CA5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BCCD209-4012-63F4-B91D-89B8ED192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25795C-068F-424D-8905-4185A68C40F5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33272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8C9C9E1-9516-5E23-15B5-1C57A46C4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F12E84-558C-4029-9DB4-7155F777AB72}" type="datetimeFigureOut">
              <a:rPr lang="en-IN" smtClean="0"/>
              <a:pPr>
                <a:defRPr/>
              </a:pPr>
              <a:t>11-08-2025</a:t>
            </a:fld>
            <a:endParaRPr lang="en-I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27E0B0E-44DB-07F9-F0B0-2402918E6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DBFB5B9-7449-0E99-0015-9C9AD77FB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EEF6C9-5642-4AF0-A896-02CAA7016D9F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97381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24CA636-2005-F278-E1A5-47F57C142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A14456-0C84-434C-B7EF-46FBEBE7B402}" type="datetimeFigureOut">
              <a:rPr lang="en-IN" smtClean="0"/>
              <a:pPr>
                <a:defRPr/>
              </a:pPr>
              <a:t>11-08-2025</a:t>
            </a:fld>
            <a:endParaRPr lang="en-IN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45058E4-933F-B104-80C0-E35880616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B96DD0C-406D-C404-E930-04439DE34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ADE073-DA3E-4C5A-9E27-8E13D6B84A0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84823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4BD3B7E-B997-BACE-F865-C63E90245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7DED12-EFF6-490E-943F-BD73DD0D31F0}" type="datetimeFigureOut">
              <a:rPr lang="en-IN" smtClean="0"/>
              <a:pPr>
                <a:defRPr/>
              </a:pPr>
              <a:t>11-08-2025</a:t>
            </a:fld>
            <a:endParaRPr lang="en-I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ADAD229-8806-CD5D-278A-BC81F7665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84C863A-EF70-04CF-937B-001008135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BDEFE9-DE52-46C9-B2CC-4FB6D1F099AC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4329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F084A4E-2428-34BE-BEB2-C2BC4A550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41EB5C-909F-4E12-BE83-30E0BC108002}" type="datetimeFigureOut">
              <a:rPr lang="en-IN" smtClean="0"/>
              <a:pPr>
                <a:defRPr/>
              </a:pPr>
              <a:t>11-08-2025</a:t>
            </a:fld>
            <a:endParaRPr lang="en-I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072BB6A-AAC4-AED4-4EFB-A04D6F4B5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DCADD3B-0EA5-7D13-ED38-D04789341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F3F509-B9E5-435A-939F-F980AB8766A5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006459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CFE117-F7A3-EF8A-2113-B4732445C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E2824A-EF39-400E-A9EE-4399E9500A84}" type="datetimeFigureOut">
              <a:rPr lang="en-IN" smtClean="0"/>
              <a:pPr>
                <a:defRPr/>
              </a:pPr>
              <a:t>11-08-2025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0F98E3-676C-FAFD-52E9-4DCEBBF02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BD54A7-C558-CC77-CDEF-529CACF16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798F89-4D10-4F48-AE03-909F6B806E5D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63395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4FCCCB-4D2B-740F-F0A2-47B22D6EA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D60D5C-ED31-47FF-A6A6-69985CA8B944}" type="datetimeFigureOut">
              <a:rPr lang="en-IN" smtClean="0"/>
              <a:pPr>
                <a:defRPr/>
              </a:pPr>
              <a:t>11-08-2025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6DFDF7-3BFF-85E7-0764-8C3367C4E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1EAD0E-8684-404D-FA5B-8EC138C6B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4ABD9E-225A-4544-AF61-374EA4FD8D63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3224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370C83E8-2588-D75D-1951-ECF19CEC51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IN" altLang="en-US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174646B6-A887-44D2-F317-5EBD86F8D4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I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49E1C5-9916-7673-90E4-BD25720664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7EC9AE17-41DA-49A2-8256-CAD22D9943A0}" type="datetimeFigureOut">
              <a:rPr lang="en-IN"/>
              <a:pPr>
                <a:defRPr/>
              </a:pPr>
              <a:t>11-08-2025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0DE644-50CB-75B5-D978-95BD2F4BE1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3D7B0F-816A-23BA-22F1-25915926E8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EEAC631-9D93-4868-9217-F6666AE1054B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CBDCB96B-35E5-5C37-46B3-9109BBA862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IN" altLang="en-US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74F3E436-AC8E-DE69-C180-8941BFA10C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I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B7481F-2269-C889-B96B-AE13E7E9E3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7EC9AE17-41DA-49A2-8256-CAD22D9943A0}" type="datetimeFigureOut">
              <a:rPr lang="en-IN" smtClean="0"/>
              <a:pPr>
                <a:defRPr/>
              </a:pPr>
              <a:t>11-08-2025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DE0161-EA4D-B263-3579-26A5DD78AF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7A4FE2-327E-7910-4EF3-CBCA02E3B6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EEAC631-9D93-4868-9217-F6666AE1054B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59565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databricks.com/aws/en/assets/images/architecture-c2c83d23e2f7870f30137e97aaadea0b.png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CCBD2-04D2-E4E8-0AD3-F8904AAECB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746375"/>
            <a:ext cx="12192000" cy="79375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dirty="0"/>
              <a:t>Apache Spark Architecture</a:t>
            </a:r>
          </a:p>
        </p:txBody>
      </p:sp>
    </p:spTree>
    <p:extLst>
      <p:ext uri="{BB962C8B-B14F-4D97-AF65-F5344CB8AC3E}">
        <p14:creationId xmlns:p14="http://schemas.microsoft.com/office/powerpoint/2010/main" val="2890488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1E0FB6FA-235E-B888-4F4B-784A32277D6A}"/>
              </a:ext>
            </a:extLst>
          </p:cNvPr>
          <p:cNvSpPr/>
          <p:nvPr/>
        </p:nvSpPr>
        <p:spPr>
          <a:xfrm>
            <a:off x="594026" y="2249181"/>
            <a:ext cx="2438316" cy="2173376"/>
          </a:xfrm>
          <a:prstGeom prst="rect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D599EA-BD19-00F5-7FDD-FE2E54EA0149}"/>
              </a:ext>
            </a:extLst>
          </p:cNvPr>
          <p:cNvSpPr/>
          <p:nvPr/>
        </p:nvSpPr>
        <p:spPr>
          <a:xfrm>
            <a:off x="4025168" y="2669541"/>
            <a:ext cx="2438316" cy="1199255"/>
          </a:xfrm>
          <a:prstGeom prst="rect">
            <a:avLst/>
          </a:prstGeom>
          <a:solidFill>
            <a:schemeClr val="accent1">
              <a:alpha val="20000"/>
            </a:schemeClr>
          </a:solidFill>
          <a:ln w="571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Cluster Manager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D0D6F9-6A3D-0DC5-50AE-4F6D80E892B3}"/>
              </a:ext>
            </a:extLst>
          </p:cNvPr>
          <p:cNvSpPr/>
          <p:nvPr/>
        </p:nvSpPr>
        <p:spPr>
          <a:xfrm>
            <a:off x="7258403" y="374794"/>
            <a:ext cx="4568271" cy="2704202"/>
          </a:xfrm>
          <a:prstGeom prst="rect">
            <a:avLst/>
          </a:prstGeom>
          <a:solidFill>
            <a:schemeClr val="tx2">
              <a:lumMod val="75000"/>
            </a:schemeClr>
          </a:solidFill>
          <a:ln w="38100"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64BD6B-342F-5605-D4A2-040A05185DBB}"/>
              </a:ext>
            </a:extLst>
          </p:cNvPr>
          <p:cNvSpPr/>
          <p:nvPr/>
        </p:nvSpPr>
        <p:spPr>
          <a:xfrm>
            <a:off x="8454157" y="374794"/>
            <a:ext cx="3372517" cy="738129"/>
          </a:xfrm>
          <a:prstGeom prst="rect">
            <a:avLst/>
          </a:prstGeom>
          <a:solidFill>
            <a:schemeClr val="tx2">
              <a:lumMod val="50000"/>
            </a:schemeClr>
          </a:solidFill>
          <a:ln w="38100">
            <a:solidFill>
              <a:schemeClr val="tx1"/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Worker Node 1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ED6D6FF-DD7C-0F93-7A48-4F9CE9755E1A}"/>
              </a:ext>
            </a:extLst>
          </p:cNvPr>
          <p:cNvSpPr/>
          <p:nvPr/>
        </p:nvSpPr>
        <p:spPr>
          <a:xfrm>
            <a:off x="7524325" y="1404341"/>
            <a:ext cx="4137266" cy="1549639"/>
          </a:xfrm>
          <a:prstGeom prst="rect">
            <a:avLst/>
          </a:prstGeom>
          <a:solidFill>
            <a:schemeClr val="bg1">
              <a:lumMod val="95000"/>
              <a:lumOff val="5000"/>
              <a:alpha val="50000"/>
            </a:schemeClr>
          </a:solidFill>
          <a:ln w="3810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Executor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B1690F-F421-783C-37B1-8502B42B8D77}"/>
              </a:ext>
            </a:extLst>
          </p:cNvPr>
          <p:cNvSpPr/>
          <p:nvPr/>
        </p:nvSpPr>
        <p:spPr>
          <a:xfrm>
            <a:off x="7876118" y="2500112"/>
            <a:ext cx="1738622" cy="4572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Task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EF6C6E-8FC6-0BBD-F8D0-4FB6147F73ED}"/>
              </a:ext>
            </a:extLst>
          </p:cNvPr>
          <p:cNvSpPr/>
          <p:nvPr/>
        </p:nvSpPr>
        <p:spPr>
          <a:xfrm>
            <a:off x="9711883" y="2500112"/>
            <a:ext cx="1738622" cy="4572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Task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0E2C19-DBBA-8417-620B-247EDE360934}"/>
              </a:ext>
            </a:extLst>
          </p:cNvPr>
          <p:cNvSpPr/>
          <p:nvPr/>
        </p:nvSpPr>
        <p:spPr>
          <a:xfrm>
            <a:off x="7258403" y="3629932"/>
            <a:ext cx="4568271" cy="2704202"/>
          </a:xfrm>
          <a:prstGeom prst="rect">
            <a:avLst/>
          </a:prstGeom>
          <a:solidFill>
            <a:schemeClr val="tx2">
              <a:lumMod val="75000"/>
            </a:schemeClr>
          </a:solidFill>
          <a:ln w="38100"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172903-2474-766D-8B94-415BFB1D14FE}"/>
              </a:ext>
            </a:extLst>
          </p:cNvPr>
          <p:cNvSpPr/>
          <p:nvPr/>
        </p:nvSpPr>
        <p:spPr>
          <a:xfrm>
            <a:off x="8454157" y="3626600"/>
            <a:ext cx="3372517" cy="738129"/>
          </a:xfrm>
          <a:prstGeom prst="rect">
            <a:avLst/>
          </a:prstGeom>
          <a:solidFill>
            <a:schemeClr val="tx2">
              <a:lumMod val="50000"/>
            </a:schemeClr>
          </a:solidFill>
          <a:ln w="38100">
            <a:solidFill>
              <a:schemeClr val="tx1"/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Worker Node 2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7DE75B9-78A8-0420-615C-383880215764}"/>
              </a:ext>
            </a:extLst>
          </p:cNvPr>
          <p:cNvSpPr/>
          <p:nvPr/>
        </p:nvSpPr>
        <p:spPr>
          <a:xfrm>
            <a:off x="7524325" y="4648428"/>
            <a:ext cx="4137266" cy="1549639"/>
          </a:xfrm>
          <a:prstGeom prst="rect">
            <a:avLst/>
          </a:prstGeom>
          <a:solidFill>
            <a:schemeClr val="bg1">
              <a:lumMod val="95000"/>
              <a:lumOff val="5000"/>
              <a:alpha val="50000"/>
            </a:schemeClr>
          </a:solidFill>
          <a:ln w="3810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Executor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AEA9BAA-E372-AF4C-EF34-CE9AA0A9806C}"/>
              </a:ext>
            </a:extLst>
          </p:cNvPr>
          <p:cNvSpPr/>
          <p:nvPr/>
        </p:nvSpPr>
        <p:spPr>
          <a:xfrm>
            <a:off x="7876118" y="5744199"/>
            <a:ext cx="1738622" cy="4572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Task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54848DB-EAF8-0CD0-AF52-9BBD317653EA}"/>
              </a:ext>
            </a:extLst>
          </p:cNvPr>
          <p:cNvSpPr/>
          <p:nvPr/>
        </p:nvSpPr>
        <p:spPr>
          <a:xfrm>
            <a:off x="9711883" y="5744199"/>
            <a:ext cx="1738622" cy="4572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Task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559D369-8BF9-7241-6706-FE6487C9CAD7}"/>
              </a:ext>
            </a:extLst>
          </p:cNvPr>
          <p:cNvSpPr/>
          <p:nvPr/>
        </p:nvSpPr>
        <p:spPr>
          <a:xfrm>
            <a:off x="797966" y="3423142"/>
            <a:ext cx="2030436" cy="6552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Spark Context</a:t>
            </a:r>
            <a:endParaRPr lang="en-US" sz="1600" dirty="0"/>
          </a:p>
        </p:txBody>
      </p:sp>
      <p:sp>
        <p:nvSpPr>
          <p:cNvPr id="22" name="Left Brace 21">
            <a:extLst>
              <a:ext uri="{FF2B5EF4-FFF2-40B4-BE49-F238E27FC236}">
                <a16:creationId xmlns:a16="http://schemas.microsoft.com/office/drawing/2014/main" id="{71F400B5-9202-BF6E-9D31-13AFA1D3F6D4}"/>
              </a:ext>
            </a:extLst>
          </p:cNvPr>
          <p:cNvSpPr/>
          <p:nvPr/>
        </p:nvSpPr>
        <p:spPr>
          <a:xfrm>
            <a:off x="6534691" y="2302029"/>
            <a:ext cx="610947" cy="1934280"/>
          </a:xfrm>
          <a:prstGeom prst="leftBrace">
            <a:avLst>
              <a:gd name="adj1" fmla="val 8333"/>
              <a:gd name="adj2" fmla="val 50000"/>
            </a:avLst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A53E1ED-5A53-C7EB-CB76-BDF2EA4BB5F5}"/>
              </a:ext>
            </a:extLst>
          </p:cNvPr>
          <p:cNvSpPr txBox="1"/>
          <p:nvPr/>
        </p:nvSpPr>
        <p:spPr>
          <a:xfrm>
            <a:off x="424072" y="2555776"/>
            <a:ext cx="27782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Driver Program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3B78CEE5-24D1-09CC-9EA9-9D2BFD0C7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56456"/>
          </a:xfrm>
        </p:spPr>
        <p:txBody>
          <a:bodyPr/>
          <a:lstStyle/>
          <a:p>
            <a:r>
              <a:rPr lang="en-US" sz="4400" dirty="0"/>
              <a:t>Apache Spark Architecture</a:t>
            </a:r>
            <a:endParaRPr lang="en-US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97F152A-2F7F-7D8C-4DBF-60633A5E9AD8}"/>
              </a:ext>
            </a:extLst>
          </p:cNvPr>
          <p:cNvCxnSpPr>
            <a:cxnSpLocks/>
          </p:cNvCxnSpPr>
          <p:nvPr/>
        </p:nvCxnSpPr>
        <p:spPr>
          <a:xfrm flipV="1">
            <a:off x="3103549" y="3269168"/>
            <a:ext cx="848691" cy="1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3ACFC33-4C3F-456A-AC9C-BF9FB9121FE6}"/>
              </a:ext>
            </a:extLst>
          </p:cNvPr>
          <p:cNvSpPr txBox="1"/>
          <p:nvPr/>
        </p:nvSpPr>
        <p:spPr>
          <a:xfrm>
            <a:off x="905618" y="6013401"/>
            <a:ext cx="6219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https://spark.apache.org/docs/latest/cluster-overview.html</a:t>
            </a:r>
          </a:p>
        </p:txBody>
      </p:sp>
    </p:spTree>
    <p:extLst>
      <p:ext uri="{BB962C8B-B14F-4D97-AF65-F5344CB8AC3E}">
        <p14:creationId xmlns:p14="http://schemas.microsoft.com/office/powerpoint/2010/main" val="2106027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4" grpId="0" animBg="1"/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0" grpId="0" animBg="1"/>
      <p:bldP spid="22" grpId="0" animBg="1"/>
      <p:bldP spid="2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CCBD2-04D2-E4E8-0AD3-F8904AAECB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032125"/>
            <a:ext cx="12192000" cy="793750"/>
          </a:xfrm>
        </p:spPr>
        <p:txBody>
          <a:bodyPr rtlCol="0">
            <a:normAutofit/>
          </a:bodyPr>
          <a:lstStyle/>
          <a:p>
            <a:pPr lvl="0">
              <a:lnSpc>
                <a:spcPct val="100000"/>
              </a:lnSpc>
              <a:defRPr/>
            </a:pPr>
            <a:r>
              <a:rPr lang="en-US" altLang="en-US" sz="4000" dirty="0">
                <a:solidFill>
                  <a:prstClr val="white"/>
                </a:solidFill>
                <a:latin typeface="Calibri" panose="020F0502020204030204" pitchFamily="34" charset="0"/>
                <a:ea typeface="+mn-ea"/>
                <a:cs typeface="Arial Unicode MS" panose="020B0604020202020204" pitchFamily="34" charset="-128"/>
              </a:rPr>
              <a:t>What is </a:t>
            </a:r>
            <a:r>
              <a:rPr lang="en-US" altLang="en-US" sz="4000" dirty="0" err="1">
                <a:solidFill>
                  <a:prstClr val="white"/>
                </a:solidFill>
                <a:latin typeface="Calibri" panose="020F0502020204030204" pitchFamily="34" charset="0"/>
                <a:ea typeface="+mn-ea"/>
                <a:cs typeface="Arial Unicode MS" panose="020B0604020202020204" pitchFamily="34" charset="-128"/>
              </a:rPr>
              <a:t>PySpark</a:t>
            </a:r>
            <a:r>
              <a:rPr lang="en-US" altLang="en-US" sz="4000">
                <a:solidFill>
                  <a:prstClr val="white"/>
                </a:solidFill>
                <a:latin typeface="Calibri" panose="020F0502020204030204" pitchFamily="34" charset="0"/>
                <a:ea typeface="+mn-ea"/>
                <a:cs typeface="Arial Unicode MS" panose="020B0604020202020204" pitchFamily="34" charset="-128"/>
              </a:rPr>
              <a:t> </a:t>
            </a:r>
            <a:endParaRPr lang="en-US" altLang="en-US" sz="4000" dirty="0">
              <a:solidFill>
                <a:prstClr val="white"/>
              </a:solidFill>
              <a:latin typeface="Calibri" panose="020F0502020204030204" pitchFamily="34" charset="0"/>
              <a:ea typeface="+mn-ea"/>
              <a:cs typeface="Arial Unicode MS" panose="020B060402020202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68182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02B6C4-89D7-01F5-F72F-E0B519C075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4000" y="1708783"/>
            <a:ext cx="5095240" cy="2243457"/>
          </a:xfrm>
        </p:spPr>
        <p:txBody>
          <a:bodyPr/>
          <a:lstStyle/>
          <a:p>
            <a:endParaRPr lang="en-US" sz="2400" dirty="0"/>
          </a:p>
          <a:p>
            <a:r>
              <a:rPr lang="en-US" sz="2400" dirty="0"/>
              <a:t>Python + Spark = </a:t>
            </a:r>
            <a:r>
              <a:rPr lang="en-US" sz="2400" dirty="0" err="1"/>
              <a:t>PySpark</a:t>
            </a:r>
            <a:endParaRPr lang="en-IN" sz="2400" dirty="0"/>
          </a:p>
          <a:p>
            <a:pPr marL="0" indent="0">
              <a:buNone/>
            </a:pP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Python API for Apache Spark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0E52F82-710D-1B16-0690-4519D7C593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10664"/>
            <a:ext cx="6420336" cy="3609975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98A3CBDC-0969-A6D3-1D12-0A725D51380D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12192000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>
              <a:lnSpc>
                <a:spcPct val="100000"/>
              </a:lnSpc>
              <a:defRPr/>
            </a:pPr>
            <a:r>
              <a:rPr lang="en-US" altLang="en-US" sz="3600" dirty="0">
                <a:solidFill>
                  <a:prstClr val="white"/>
                </a:solidFill>
                <a:latin typeface="Calibri" panose="020F0502020204030204" pitchFamily="34" charset="0"/>
                <a:ea typeface="+mn-ea"/>
                <a:cs typeface="Arial Unicode MS" panose="020B0604020202020204" pitchFamily="34" charset="-128"/>
              </a:rPr>
              <a:t>What is </a:t>
            </a:r>
            <a:r>
              <a:rPr lang="en-US" altLang="en-US" sz="3600" dirty="0" err="1">
                <a:solidFill>
                  <a:prstClr val="white"/>
                </a:solidFill>
                <a:latin typeface="Calibri" panose="020F0502020204030204" pitchFamily="34" charset="0"/>
                <a:ea typeface="+mn-ea"/>
                <a:cs typeface="Arial Unicode MS" panose="020B0604020202020204" pitchFamily="34" charset="-128"/>
              </a:rPr>
              <a:t>PySpark</a:t>
            </a:r>
            <a:r>
              <a:rPr lang="en-US" altLang="en-US" sz="3600" dirty="0">
                <a:solidFill>
                  <a:prstClr val="white"/>
                </a:solidFill>
                <a:latin typeface="Calibri" panose="020F0502020204030204" pitchFamily="34" charset="0"/>
                <a:ea typeface="+mn-ea"/>
                <a:cs typeface="Arial Unicode MS" panose="020B0604020202020204" pitchFamily="34" charset="-128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558558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CCBD2-04D2-E4E8-0AD3-F8904AAECB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746375"/>
            <a:ext cx="12192000" cy="793750"/>
          </a:xfrm>
        </p:spPr>
        <p:txBody>
          <a:bodyPr rtlCol="0">
            <a:normAutofit/>
          </a:bodyPr>
          <a:lstStyle/>
          <a:p>
            <a:pPr lvl="0">
              <a:lnSpc>
                <a:spcPct val="100000"/>
              </a:lnSpc>
              <a:defRPr/>
            </a:pPr>
            <a:r>
              <a:rPr lang="en-US" altLang="en-US" sz="4000">
                <a:solidFill>
                  <a:prstClr val="white"/>
                </a:solidFill>
                <a:latin typeface="Calibri" panose="020F0502020204030204" pitchFamily="34" charset="0"/>
                <a:ea typeface="+mn-ea"/>
                <a:cs typeface="Arial Unicode MS" panose="020B0604020202020204" pitchFamily="34" charset="-128"/>
              </a:rPr>
              <a:t>Open </a:t>
            </a:r>
            <a:r>
              <a:rPr lang="en-US" altLang="en-US" sz="4000" dirty="0">
                <a:solidFill>
                  <a:prstClr val="white"/>
                </a:solidFill>
                <a:latin typeface="Calibri" panose="020F0502020204030204" pitchFamily="34" charset="0"/>
                <a:ea typeface="+mn-ea"/>
                <a:cs typeface="Arial Unicode MS" panose="020B0604020202020204" pitchFamily="34" charset="-128"/>
              </a:rPr>
              <a:t>Data Storage – Parquet</a:t>
            </a:r>
          </a:p>
        </p:txBody>
      </p:sp>
    </p:spTree>
    <p:extLst>
      <p:ext uri="{BB962C8B-B14F-4D97-AF65-F5344CB8AC3E}">
        <p14:creationId xmlns:p14="http://schemas.microsoft.com/office/powerpoint/2010/main" val="1650325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CCBD2-04D2-E4E8-0AD3-F8904AAECB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746375"/>
            <a:ext cx="12192000" cy="79375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dirty="0"/>
              <a:t>Databricks Architecture</a:t>
            </a:r>
          </a:p>
        </p:txBody>
      </p:sp>
    </p:spTree>
    <p:extLst>
      <p:ext uri="{BB962C8B-B14F-4D97-AF65-F5344CB8AC3E}">
        <p14:creationId xmlns:p14="http://schemas.microsoft.com/office/powerpoint/2010/main" val="1695473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2BACB-99B6-4047-8A42-3B3433F87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0F7AB0-1D4E-4C47-A5BA-A22C6394C5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0E0D414-C065-497B-8BBA-CAF4B65E313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88"/>
          <a:stretch/>
        </p:blipFill>
        <p:spPr>
          <a:xfrm>
            <a:off x="0" y="0"/>
            <a:ext cx="12208588" cy="69723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28442B8-DD7B-4D5E-8065-4EB88A5A6183}"/>
              </a:ext>
            </a:extLst>
          </p:cNvPr>
          <p:cNvSpPr txBox="1"/>
          <p:nvPr/>
        </p:nvSpPr>
        <p:spPr>
          <a:xfrm>
            <a:off x="0" y="6492875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hlinkClick r:id="rId3"/>
              </a:rPr>
              <a:t>https://docs.databricks.com/aws/en/assets/images/architecture-c2c83d23e2f7870f30137e97aaadea0b.png</a:t>
            </a:r>
            <a:endParaRPr lang="en-US" dirty="0">
              <a:solidFill>
                <a:schemeClr val="bg1"/>
              </a:solidFill>
            </a:endParaRPr>
          </a:p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4411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CCBD2-04D2-E4E8-0AD3-F8904AAECB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746375"/>
            <a:ext cx="12192000" cy="79375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/>
              <a:t>Medallion Architecture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52546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904C6-3707-4274-9CEF-72DB3B348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E194FE8-C7CA-4BEF-9B9D-5074BFCB4A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41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5048368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5F498-621B-46CD-DBE7-8873BB3EC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D3AA4-0AA4-0DAE-899D-285057F725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746375"/>
            <a:ext cx="12192000" cy="793750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4000" dirty="0"/>
              <a:t>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2865566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2BCE3-AF47-0E61-95E9-BCF0982BB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Optimizing Spark Configuration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FBD36-6462-91AA-83B8-E02F1B58EB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 Executor and Memory Tuning:</a:t>
            </a:r>
          </a:p>
          <a:p>
            <a:pPr lvl="1"/>
            <a:r>
              <a:rPr lang="en-IN" dirty="0"/>
              <a:t>Adjust executor memory and cores to optimize parallelism.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Example:</a:t>
            </a:r>
          </a:p>
          <a:p>
            <a:r>
              <a:rPr lang="en-IN" dirty="0"/>
              <a:t>```python</a:t>
            </a:r>
          </a:p>
          <a:p>
            <a:pPr marL="457200" lvl="1" indent="0">
              <a:buNone/>
            </a:pPr>
            <a:r>
              <a:rPr lang="en-IN" sz="2000" dirty="0" err="1"/>
              <a:t>spark.conf.set</a:t>
            </a:r>
            <a:r>
              <a:rPr lang="en-IN" sz="2000" dirty="0"/>
              <a:t>("</a:t>
            </a:r>
            <a:r>
              <a:rPr lang="en-IN" sz="2000" dirty="0" err="1"/>
              <a:t>spark.executor.memory</a:t>
            </a:r>
            <a:r>
              <a:rPr lang="en-IN" sz="2000" dirty="0"/>
              <a:t>", "8g")</a:t>
            </a:r>
          </a:p>
          <a:p>
            <a:pPr marL="457200" lvl="1" indent="0">
              <a:buNone/>
            </a:pPr>
            <a:r>
              <a:rPr lang="en-IN" sz="2000" dirty="0" err="1"/>
              <a:t>spark.conf.set</a:t>
            </a:r>
            <a:r>
              <a:rPr lang="en-IN" sz="2000" dirty="0"/>
              <a:t>("</a:t>
            </a:r>
            <a:r>
              <a:rPr lang="en-IN" sz="2000" dirty="0" err="1"/>
              <a:t>spark.executor.cores</a:t>
            </a:r>
            <a:r>
              <a:rPr lang="en-IN" sz="2000" dirty="0"/>
              <a:t>", "4")</a:t>
            </a:r>
          </a:p>
          <a:p>
            <a:r>
              <a:rPr lang="en-IN" dirty="0"/>
              <a:t>```</a:t>
            </a:r>
          </a:p>
        </p:txBody>
      </p:sp>
    </p:spTree>
    <p:extLst>
      <p:ext uri="{BB962C8B-B14F-4D97-AF65-F5344CB8AC3E}">
        <p14:creationId xmlns:p14="http://schemas.microsoft.com/office/powerpoint/2010/main" val="18446932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BD69F-56A1-0DC2-7BDB-DE593B307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00DD6-197F-6FE9-423E-A163C78F9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 Dynamic Allocation: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55A99-8278-5C00-FF0D-B5E6C8BD63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en-IN" dirty="0"/>
              <a:t> Dynamic Allocation:</a:t>
            </a:r>
          </a:p>
          <a:p>
            <a:pPr lvl="1"/>
            <a:r>
              <a:rPr lang="en-IN" dirty="0"/>
              <a:t>Enable dynamic allocation for scaling executors based on workload.</a:t>
            </a:r>
          </a:p>
          <a:p>
            <a:pPr marL="0" indent="0">
              <a:buNone/>
            </a:pPr>
            <a:r>
              <a:rPr lang="en-IN" dirty="0"/>
              <a:t>   </a:t>
            </a:r>
          </a:p>
          <a:p>
            <a:r>
              <a:rPr lang="en-IN" dirty="0"/>
              <a:t>Example:</a:t>
            </a:r>
          </a:p>
          <a:p>
            <a:pPr marL="0" indent="0">
              <a:buNone/>
            </a:pPr>
            <a:br>
              <a:rPr lang="en-IN" dirty="0"/>
            </a:br>
            <a:r>
              <a:rPr lang="en-IN" dirty="0"/>
              <a:t>```python</a:t>
            </a:r>
          </a:p>
          <a:p>
            <a:pPr marL="0" indent="0">
              <a:buNone/>
            </a:pPr>
            <a:r>
              <a:rPr lang="en-IN" dirty="0" err="1"/>
              <a:t>spark.conf.set</a:t>
            </a:r>
            <a:r>
              <a:rPr lang="en-IN" dirty="0"/>
              <a:t>("</a:t>
            </a:r>
            <a:r>
              <a:rPr lang="en-IN" dirty="0" err="1"/>
              <a:t>spark.dynamicAllocation.enabled</a:t>
            </a:r>
            <a:r>
              <a:rPr lang="en-IN" dirty="0"/>
              <a:t>", "true")</a:t>
            </a:r>
          </a:p>
          <a:p>
            <a:pPr marL="0" indent="0">
              <a:buNone/>
            </a:pPr>
            <a:r>
              <a:rPr lang="en-IN" dirty="0"/>
              <a:t>```</a:t>
            </a:r>
          </a:p>
        </p:txBody>
      </p:sp>
    </p:spTree>
    <p:extLst>
      <p:ext uri="{BB962C8B-B14F-4D97-AF65-F5344CB8AC3E}">
        <p14:creationId xmlns:p14="http://schemas.microsoft.com/office/powerpoint/2010/main" val="19138540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3720E-2A91-4F93-31C7-9210BAD01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42CFC-844A-C230-E234-4888EA46B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 Shuffle Partitions: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44D84-13C8-3C14-B7B0-29D178C607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en-IN" dirty="0"/>
              <a:t> Shuffle Partitions:</a:t>
            </a:r>
          </a:p>
          <a:p>
            <a:pPr lvl="1"/>
            <a:r>
              <a:rPr lang="en-IN" dirty="0"/>
              <a:t>Tune the number of shuffle partitions to avoid large shuffles.</a:t>
            </a:r>
          </a:p>
          <a:p>
            <a:pPr marL="0" indent="0">
              <a:buNone/>
            </a:pPr>
            <a:r>
              <a:rPr lang="en-IN" dirty="0"/>
              <a:t> </a:t>
            </a:r>
          </a:p>
          <a:p>
            <a:r>
              <a:rPr lang="en-IN" dirty="0"/>
              <a:t>Example:</a:t>
            </a:r>
          </a:p>
          <a:p>
            <a:pPr marL="0" indent="0">
              <a:buNone/>
            </a:pPr>
            <a:br>
              <a:rPr lang="en-IN" dirty="0"/>
            </a:br>
            <a:r>
              <a:rPr lang="en-IN" dirty="0"/>
              <a:t>```python</a:t>
            </a:r>
          </a:p>
          <a:p>
            <a:pPr marL="0" indent="0">
              <a:buNone/>
            </a:pPr>
            <a:r>
              <a:rPr lang="en-IN" dirty="0" err="1"/>
              <a:t>spark.conf.set</a:t>
            </a:r>
            <a:r>
              <a:rPr lang="en-IN" dirty="0"/>
              <a:t>("</a:t>
            </a:r>
            <a:r>
              <a:rPr lang="en-IN" dirty="0" err="1"/>
              <a:t>spark.sql.shuffle.partitions</a:t>
            </a:r>
            <a:r>
              <a:rPr lang="en-IN" dirty="0"/>
              <a:t>", 200)</a:t>
            </a:r>
          </a:p>
          <a:p>
            <a:pPr marL="0" indent="0">
              <a:buNone/>
            </a:pPr>
            <a:r>
              <a:rPr lang="en-IN" dirty="0"/>
              <a:t>```</a:t>
            </a:r>
          </a:p>
        </p:txBody>
      </p:sp>
    </p:spTree>
    <p:extLst>
      <p:ext uri="{BB962C8B-B14F-4D97-AF65-F5344CB8AC3E}">
        <p14:creationId xmlns:p14="http://schemas.microsoft.com/office/powerpoint/2010/main" val="1961038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1AC0C-B75E-FE40-2CC3-30AAF35CE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15769-A6D5-7DFC-941A-BBEE9BEA82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746375"/>
            <a:ext cx="12192000" cy="793750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4000" dirty="0"/>
              <a:t>Optimizing Data Storage</a:t>
            </a:r>
          </a:p>
        </p:txBody>
      </p:sp>
    </p:spTree>
    <p:extLst>
      <p:ext uri="{BB962C8B-B14F-4D97-AF65-F5344CB8AC3E}">
        <p14:creationId xmlns:p14="http://schemas.microsoft.com/office/powerpoint/2010/main" val="937685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DC3F4-1B0F-FECB-B4FB-1900CB861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 Use Efficient File Formats: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F2034-FF6C-A18B-5F96-CA5B251409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   Delta Lake and Parquet formats for optimized storage and performance.</a:t>
            </a:r>
          </a:p>
          <a:p>
            <a:r>
              <a:rPr lang="en-IN" dirty="0"/>
              <a:t>   Example (Delta Lake):</a:t>
            </a:r>
          </a:p>
          <a:p>
            <a:br>
              <a:rPr lang="en-IN" dirty="0"/>
            </a:br>
            <a:r>
              <a:rPr lang="en-IN" dirty="0"/>
              <a:t>    ```python</a:t>
            </a:r>
          </a:p>
          <a:p>
            <a:r>
              <a:rPr lang="en-IN" dirty="0"/>
              <a:t>    </a:t>
            </a:r>
            <a:r>
              <a:rPr lang="en-IN" dirty="0" err="1"/>
              <a:t>df.write.format</a:t>
            </a:r>
            <a:r>
              <a:rPr lang="en-IN" dirty="0"/>
              <a:t>("delta").save("/</a:t>
            </a:r>
            <a:r>
              <a:rPr lang="en-IN" dirty="0" err="1"/>
              <a:t>mnt</a:t>
            </a:r>
            <a:r>
              <a:rPr lang="en-IN" dirty="0"/>
              <a:t>/data/</a:t>
            </a:r>
            <a:r>
              <a:rPr lang="en-IN" dirty="0" err="1"/>
              <a:t>delta_table</a:t>
            </a:r>
            <a:r>
              <a:rPr lang="en-IN" dirty="0"/>
              <a:t>")</a:t>
            </a:r>
          </a:p>
          <a:p>
            <a:r>
              <a:rPr lang="en-IN" dirty="0"/>
              <a:t>    ```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41633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72F00-EAF5-A1B0-210B-7244124EF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29A80-EAB2-54D1-BD26-C04304F38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 Use Efficient File Formats: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1C4150-59BC-1F18-3968-1B957E8BA1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   Partition datasets based on frequently queried columns for faster access.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Example:</a:t>
            </a:r>
          </a:p>
          <a:p>
            <a:pPr marL="0" indent="0">
              <a:buNone/>
            </a:pPr>
            <a:r>
              <a:rPr lang="en-IN" dirty="0"/>
              <a:t>```python</a:t>
            </a:r>
          </a:p>
          <a:p>
            <a:r>
              <a:rPr lang="en-IN" dirty="0" err="1"/>
              <a:t>df.write.partitionBy</a:t>
            </a:r>
            <a:r>
              <a:rPr lang="en-IN" dirty="0"/>
              <a:t>("year", "month").parquet("/</a:t>
            </a:r>
            <a:r>
              <a:rPr lang="en-IN" dirty="0" err="1"/>
              <a:t>mnt</a:t>
            </a:r>
            <a:r>
              <a:rPr lang="en-IN" dirty="0"/>
              <a:t>/data/")</a:t>
            </a:r>
          </a:p>
          <a:p>
            <a:pPr marL="0" indent="0">
              <a:buNone/>
            </a:pPr>
            <a:r>
              <a:rPr lang="en-IN" dirty="0"/>
              <a:t>```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715856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31CD2-9948-E568-A4FC-D151D4AAA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37B1C-24A9-C61A-D769-DE455AF83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 Use Efficient File Formats: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3DEB95-A86B-6972-8EDB-D614CBF2F5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   Cache frequently accessed data to reduce re-computation.</a:t>
            </a:r>
          </a:p>
          <a:p>
            <a:pPr marL="0" indent="0">
              <a:buNone/>
            </a:pPr>
            <a:r>
              <a:rPr lang="en-US" dirty="0"/>
              <a:t>   </a:t>
            </a:r>
          </a:p>
          <a:p>
            <a:r>
              <a:rPr lang="en-US"/>
              <a:t>Example:</a:t>
            </a:r>
          </a:p>
          <a:p>
            <a:pPr marL="0" indent="0">
              <a:buNone/>
            </a:pPr>
            <a:r>
              <a:rPr lang="en-US"/>
              <a:t>```</a:t>
            </a:r>
            <a:r>
              <a:rPr lang="en-US" dirty="0"/>
              <a:t>python</a:t>
            </a:r>
          </a:p>
          <a:p>
            <a:pPr marL="0" indent="0">
              <a:buNone/>
            </a:pPr>
            <a:r>
              <a:rPr lang="en-US" dirty="0" err="1"/>
              <a:t>df.cache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```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798387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yTheme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yTheme1" id="{1607FCF7-3E3A-475F-9053-C690BE246C1D}" vid="{56E20CC5-79CD-43A7-A8DB-79FB1A3235CF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Theme-VCM-V1.0</Template>
  <TotalTime>4599</TotalTime>
  <Words>339</Words>
  <Application>Microsoft Office PowerPoint</Application>
  <PresentationFormat>Widescreen</PresentationFormat>
  <Paragraphs>72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Custom Design</vt:lpstr>
      <vt:lpstr>MyTheme1</vt:lpstr>
      <vt:lpstr>Apache Spark Architecture</vt:lpstr>
      <vt:lpstr>Apache Spark Architecture</vt:lpstr>
      <vt:lpstr>What is PySpark </vt:lpstr>
      <vt:lpstr>PowerPoint Presentation</vt:lpstr>
      <vt:lpstr>Open Data Storage – Parquet</vt:lpstr>
      <vt:lpstr>Databricks Architecture</vt:lpstr>
      <vt:lpstr>PowerPoint Presentation</vt:lpstr>
      <vt:lpstr>Medallion Architecture</vt:lpstr>
      <vt:lpstr>PowerPoint Presentation</vt:lpstr>
      <vt:lpstr>Performance Tuning</vt:lpstr>
      <vt:lpstr>Optimizing Spark Configuration</vt:lpstr>
      <vt:lpstr> Dynamic Allocation:</vt:lpstr>
      <vt:lpstr> Shuffle Partitions:</vt:lpstr>
      <vt:lpstr>Optimizing Data Storage</vt:lpstr>
      <vt:lpstr> Use Efficient File Formats:</vt:lpstr>
      <vt:lpstr> Use Efficient File Formats:</vt:lpstr>
      <vt:lpstr> Use Efficient File Formats: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Learning Cloud</cp:lastModifiedBy>
  <cp:revision>1072</cp:revision>
  <dcterms:created xsi:type="dcterms:W3CDTF">2017-03-07T07:43:45Z</dcterms:created>
  <dcterms:modified xsi:type="dcterms:W3CDTF">2025-08-11T06:45:30Z</dcterms:modified>
</cp:coreProperties>
</file>